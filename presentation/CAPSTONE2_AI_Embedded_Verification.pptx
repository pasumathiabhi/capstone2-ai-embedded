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CAPSTONE 2 — AI-Assisted Arduino/ESP32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Code Generation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D8E2EC"/>
                </a:solidFill>
                <a:latin typeface="Calibri"/>
              </a:rPr>
              <a:t>How reliable is AI-generated embedded code, and what verification process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D8E2EC"/>
                </a:solidFill>
                <a:latin typeface="Calibri"/>
              </a:rPr>
              <a:t>makes it safe to use?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4A90E2"/>
                </a:solidFill>
                <a:latin typeface="Calibri"/>
              </a:rPr>
              <a:t>Three AI tools compared:  ChatGPT  •  Claude  •  Gemini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Five beginner tasks on Arduino Uno (Wokwi simulation)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B9C6D6"/>
                </a:solidFill>
                <a:latin typeface="Calibri"/>
              </a:rPr>
              <a:t>ECE AI Capstone Projects  •  Final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Methodology — The 12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From task selection to final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2860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4A90E2"/>
                </a:solidFill>
                <a:latin typeface="Calibri"/>
              </a:rPr>
              <a:t>2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CAPSTONE 2 — AI-Assisted Arduino/ESP32 Code Generation &amp;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ECE AI Capstone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Selected 5 beginner tasks: LED blink · DHT11 temp/humidity · HC-SR04 distance · Servo sweep · I2C LCD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Wrote baseline vs improved prompts (role, board, pins, libraries, constraints) for each task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Generated code with 3 AI tools: ChatGPT, Claude, Gemini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Compiled &amp; simulated each program in Wokwi (Arduino Uno)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Logged compile errors, wrong pins, missing libraries, logic errors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Applied human fixes; noted which fixes AI could / could not suggest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Scored tools with a weighted rubric; compared baseline vs improved prompts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Documented all prompts and versions on GitHub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Produced coding guide, safety/licensing notes, and this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Three AI Tools, Same Five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Tool attribution taken from each bundle's diagram.json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2860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4A90E2"/>
                </a:solidFill>
                <a:latin typeface="Calibri"/>
              </a:rPr>
              <a:t>3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CAPSTONE 2 — AI-Assisted Arduino/ESP32 Code Generation &amp;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ECE AI Capstone Projects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280160"/>
          <a:ext cx="11064240" cy="1316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834640"/>
                <a:gridCol w="2377440"/>
                <a:gridCol w="23774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AI Tool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Bundle (zip)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tag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Weakness / risk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ChatGPT (OpenAI)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wokwi_beginner_tasks.zip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OpenAI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Clean, minimal code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Less documentation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wokwi_beginner_embedded_tasks.zip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Beginner Embedded Guide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Most complete; best error handling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Slightly verbose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wokwi_capstone2_projects.zip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capstone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Fast, concise output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Missing library dep; redundant wiring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Sample comparison — Task 1 LED Blink: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ChatGPT/Claude:  external LED on D8 + 220 Ω resistor, 1 s interval.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B03A2E"/>
                </a:solidFill>
                <a:latin typeface="Calibri"/>
              </a:rPr>
              <a:t>Gemini:  uses D13 (Arduino's built-in LED pin) but still adds an external LED + resistor — redundant wiring.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Verification: Errors Found &amp; Human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What was wrong with the AI-generated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2860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4A90E2"/>
                </a:solidFill>
                <a:latin typeface="Calibri"/>
              </a:rPr>
              <a:t>4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CAPSTONE 2 — AI-Assisted Arduino/ESP32 Code Generation &amp;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ECE AI Capstone Projects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280160"/>
          <a:ext cx="11064240" cy="1316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737360"/>
                <a:gridCol w="1188720"/>
                <a:gridCol w="1554480"/>
                <a:gridCol w="365760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Tool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Error type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Human fix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LED blink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Wrong wiring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Uses D13 (built-in LED) + redundant external LED + resistor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Rewired external LED to D8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DHT temp/humidity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Missing library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libraries.txt lists only "DHT sensor library"; needs Adafruit Unified Sensor too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Added Adafruit Unified Sensor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DHT (all tools)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Sim vs hardware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Wokwi uses wokwi-dht22 part; physical DHT11 needs DHTTYPE DHT11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</a:rPr>
                        <a:t>Added explicit code/README note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069080"/>
            <a:ext cx="1106424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Key takeaway: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AI could suggest surface fixes (pin numbers, comments) when prompted, but could not reliably detect missing library dependencies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or hardware/simulation mismatches on its own. Human domain knowledge was required for all three fixes.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Tool Comparison — Scoring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Weighted rubric 0–5 across 6 criteria, all 5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2860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4A90E2"/>
                </a:solidFill>
                <a:latin typeface="Calibri"/>
              </a:rPr>
              <a:t>5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CAPSTONE 2 — AI-Assisted Arduino/ESP32 Code Generation &amp;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ECE AI Capstone Projects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280160"/>
          <a:ext cx="1106424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280160"/>
                <a:gridCol w="1737360"/>
                <a:gridCol w="1737360"/>
                <a:gridCol w="3200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ChatGPT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63500" marR="63500" marT="25400" marB="254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Code correctness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Wiring accuracy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Library completeness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Documentation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Error handling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Prompt follow-through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Weighted total</a:t>
                      </a:r>
                    </a:p>
                  </a:txBody>
                  <a:tcPr marL="63500" marR="63500" marT="25400" marB="25400" anchor="ctr">
                    <a:solidFill>
                      <a:srgbClr val="E8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63500" marR="63500" marT="25400" marB="25400" anchor="ctr">
                    <a:solidFill>
                      <a:srgbClr val="E8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4.55</a:t>
                      </a:r>
                    </a:p>
                  </a:txBody>
                  <a:tcPr marL="63500" marR="63500" marT="25400" marB="25400" anchor="ctr">
                    <a:solidFill>
                      <a:srgbClr val="E8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4.85</a:t>
                      </a:r>
                    </a:p>
                  </a:txBody>
                  <a:tcPr marL="63500" marR="63500" marT="25400" marB="25400" anchor="ctr">
                    <a:solidFill>
                      <a:srgbClr val="E8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3.45</a:t>
                      </a:r>
                    </a:p>
                  </a:txBody>
                  <a:tcPr marL="63500" marR="63500" marT="25400" marB="25400"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Finding: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Improved prompts (role / board / pins / libraries / constraints) significantly outperform baseline prompts across all tools.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Claude scored highest; Gemini needed the most human fixes.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Coding Guide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How to prompt for embedded code + risks to manage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2860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4A90E2"/>
                </a:solidFill>
                <a:latin typeface="Calibri"/>
              </a:rPr>
              <a:t>6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CAPSTONE 2 — AI-Assisted Arduino/ESP32 Code Generation &amp;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ECE AI Capstone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5394960" cy="47548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6-Part Prompt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4A90E2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Role — embedded systems engineer/instructor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4A90E2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Board — e.g. Arduino Uno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4A90E2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Task — sensor/actuator, pins, behavior, interval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4A90E2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Libraries — exact names or built-in only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4A90E2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Constraints — baud rate, error handling, Wokwi parts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4A90E2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Output format — sketch.ino, diagram.json, libraries.txt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80160"/>
            <a:ext cx="5440680" cy="47548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Safety &amp; Licensing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B03A2E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Review sketch pins against diagram.json before powering real hardware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B03A2E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Install all libraries incl. transitive deps (e.g. Adafruit Unified Sensor)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B03A2E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Note simulation-vs-hardware differences (DHT11 vs DHT22)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B8860B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AI-generated code copyright status is uncertain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B8860B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Review tool Terms of Service before commercial use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B8860B"/>
                </a:solidFill>
              </a:rPr>
              <a:t>▪ </a:t>
            </a:r>
            <a:r>
              <a:rPr sz="1250" b="0">
                <a:solidFill>
                  <a:srgbClr val="222222"/>
                </a:solidFill>
                <a:latin typeface="Calibri"/>
              </a:rPr>
              <a:t>Add LICENSE file + library attribution on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Conclusion &amp;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Is AI-generated embedded code safe to use?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28600"/>
            <a:ext cx="640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4A90E2"/>
                </a:solidFill>
                <a:latin typeface="Calibri"/>
              </a:rPr>
              <a:t>7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CAPSTONE 2 — AI-Assisted Arduino/ESP32 Code Generation &amp;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510528"/>
            <a:ext cx="2286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ECE AI Capstone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29184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AI is a strong DRAFTER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291840" cy="8229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NOT a reliable verifier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371600"/>
            <a:ext cx="3291840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Human review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Recommendation: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Use AI to generate starter embedded code (fast, covers all 5 tasks)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Then compile, simulate in Wokwi, review wiring against datasheets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Install all libraries; test on real hardware with current-limited supply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4A90E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Document all prompts, versions, errors, and fixes on GitHub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</a:rPr>
              <a:t>▪ </a:t>
            </a:r>
            <a:r>
              <a:rPr sz="1500" b="0">
                <a:solidFill>
                  <a:srgbClr val="222222"/>
                </a:solidFill>
                <a:latin typeface="Calibri"/>
              </a:rPr>
              <a:t>Only deploy after human verification — never trust AI output blindly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